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8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532255" y="310515"/>
            <a:ext cx="629920" cy="6215380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en-US" altLang="zh-CN" sz="2400">
                <a:solidFill>
                  <a:schemeClr val="accent1"/>
                </a:solidFill>
              </a:rPr>
              <a:t>Nginx</a:t>
            </a:r>
            <a:endParaRPr lang="en-US" altLang="zh-CN" sz="240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02510" y="1536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29865" y="310515"/>
            <a:ext cx="7029450" cy="4593590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b" anchorCtr="0"/>
          <a:p>
            <a:pPr algn="ctr"/>
            <a:r>
              <a:rPr lang="en-US" altLang="zh-CN" sz="2400" b="1">
                <a:solidFill>
                  <a:schemeClr val="accent1"/>
                </a:solidFill>
              </a:rPr>
              <a:t>uvicorn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7765" y="471170"/>
            <a:ext cx="5598795" cy="4107180"/>
          </a:xfrm>
          <a:prstGeom prst="rect">
            <a:avLst/>
          </a:prstGeom>
          <a:solidFill>
            <a:schemeClr val="bg2"/>
          </a:solidFill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b" anchorCtr="0"/>
          <a:p>
            <a:pPr algn="ctr"/>
            <a:r>
              <a:rPr lang="en-US" altLang="zh-CN">
                <a:solidFill>
                  <a:schemeClr val="accent1"/>
                </a:solidFill>
              </a:rPr>
              <a:t>FastAPI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29865" y="5370195"/>
            <a:ext cx="2774315" cy="11563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1"/>
                </a:solidFill>
              </a:rPr>
              <a:t>Deepseek</a:t>
            </a:r>
            <a:endParaRPr lang="en-US" altLang="zh-CN">
              <a:solidFill>
                <a:schemeClr val="accent1"/>
              </a:solidFill>
            </a:endParaRPr>
          </a:p>
          <a:p>
            <a:pPr algn="ctr"/>
            <a:r>
              <a:rPr lang="en-US" altLang="zh-CN">
                <a:solidFill>
                  <a:schemeClr val="accent1"/>
                </a:solidFill>
              </a:rPr>
              <a:t>qw-image-plus</a:t>
            </a:r>
            <a:endParaRPr lang="en-US" altLang="zh-CN">
              <a:solidFill>
                <a:schemeClr val="accent1"/>
              </a:solidFill>
            </a:endParaRPr>
          </a:p>
          <a:p>
            <a:pPr algn="ctr"/>
            <a:r>
              <a:rPr lang="en-US" altLang="zh-CN">
                <a:solidFill>
                  <a:schemeClr val="accent1"/>
                </a:solidFill>
              </a:rPr>
              <a:t>qw-image-edit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70245" y="5370195"/>
            <a:ext cx="2447925" cy="11563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/>
                </a:solidFill>
              </a:rPr>
              <a:t>高德</a:t>
            </a:r>
            <a:endParaRPr lang="zh-CN" altLang="en-US">
              <a:solidFill>
                <a:schemeClr val="accent1"/>
              </a:solidFill>
            </a:endParaRPr>
          </a:p>
          <a:p>
            <a:pPr algn="ctr"/>
            <a:r>
              <a:rPr lang="en-US" altLang="zh-CN">
                <a:solidFill>
                  <a:schemeClr val="accent1"/>
                </a:solidFill>
              </a:rPr>
              <a:t>Nominatim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84235" y="5370195"/>
            <a:ext cx="1275715" cy="11563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1"/>
                </a:solidFill>
              </a:rPr>
              <a:t>mysql8.0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02710" y="3229610"/>
            <a:ext cx="2855595" cy="60833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1"/>
                </a:solidFill>
              </a:rPr>
              <a:t>aiomysql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02710" y="1211580"/>
            <a:ext cx="710565" cy="16230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路由注册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73650" y="1211580"/>
            <a:ext cx="1684655" cy="16230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图像智能应用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05955" y="1211580"/>
            <a:ext cx="1684655" cy="16230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位置查询服务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534015" y="228600"/>
            <a:ext cx="629920" cy="6297930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2400">
                <a:solidFill>
                  <a:schemeClr val="accent1"/>
                </a:solidFill>
              </a:rPr>
              <a:t>管理</a:t>
            </a:r>
            <a:r>
              <a:rPr lang="zh-CN" altLang="en-US" sz="2400">
                <a:solidFill>
                  <a:schemeClr val="accent1"/>
                </a:solidFill>
              </a:rPr>
              <a:t>后台</a:t>
            </a:r>
            <a:endParaRPr lang="zh-CN" altLang="en-US" sz="2400">
              <a:solidFill>
                <a:schemeClr val="accent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05955" y="3229610"/>
            <a:ext cx="1684655" cy="60833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accent1"/>
                </a:solidFill>
              </a:rPr>
              <a:t>httpx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7185" y="471170"/>
            <a:ext cx="795655" cy="546989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 sz="2800" b="1"/>
              <a:t>芯图相册</a:t>
            </a:r>
            <a:r>
              <a:rPr lang="en-US" altLang="zh-CN" sz="2800" b="1"/>
              <a:t>V2</a:t>
            </a:r>
            <a:r>
              <a:rPr lang="zh-CN" altLang="en-US" sz="2800" b="1"/>
              <a:t>接口，后端技术架构</a:t>
            </a:r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/>
          <p:nvPr/>
        </p:nvSpPr>
        <p:spPr>
          <a:xfrm>
            <a:off x="1547495" y="3847465"/>
            <a:ext cx="8819515" cy="12630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b" anchorCtr="0"/>
          <a:p>
            <a:pPr algn="ctr"/>
            <a:r>
              <a:rPr lang="zh-CN" altLang="en-US" sz="2000">
                <a:solidFill>
                  <a:schemeClr val="accent1"/>
                </a:solidFill>
              </a:rPr>
              <a:t>基础</a:t>
            </a:r>
            <a:r>
              <a:rPr lang="zh-CN" altLang="en-US" sz="2000">
                <a:solidFill>
                  <a:schemeClr val="accent1"/>
                </a:solidFill>
              </a:rPr>
              <a:t>服务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47495" y="725805"/>
            <a:ext cx="8819515" cy="12630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b" anchorCtr="0"/>
          <a:p>
            <a:pPr algn="ctr"/>
            <a:r>
              <a:rPr lang="zh-CN" altLang="en-US" sz="2000">
                <a:solidFill>
                  <a:schemeClr val="accent1"/>
                </a:solidFill>
              </a:rPr>
              <a:t>路由层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03525" y="105759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场景分类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478145" y="105759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图像编辑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156710" y="105759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颜色分类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99580" y="105759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面相分析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152765" y="105759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构图分析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505950" y="1057593"/>
            <a:ext cx="642620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1547495" y="2286635"/>
            <a:ext cx="8819515" cy="12630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b" anchorCtr="0"/>
          <a:p>
            <a:pPr algn="ctr"/>
            <a:r>
              <a:rPr lang="zh-CN" altLang="en-US" sz="2000">
                <a:solidFill>
                  <a:schemeClr val="accent1"/>
                </a:solidFill>
              </a:rPr>
              <a:t>业务层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03525" y="261842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场景</a:t>
            </a:r>
            <a:r>
              <a:rPr lang="zh-CN" altLang="en-US"/>
              <a:t>分类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478145" y="261842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图像</a:t>
            </a:r>
            <a:r>
              <a:rPr lang="zh-CN" altLang="en-US"/>
              <a:t>编辑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156710" y="261842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颜色</a:t>
            </a:r>
            <a:r>
              <a:rPr lang="zh-CN" altLang="en-US"/>
              <a:t>分类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99580" y="261842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面相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152765" y="2618423"/>
            <a:ext cx="1209675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构图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505950" y="2618423"/>
            <a:ext cx="642620" cy="599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2803525" y="4008120"/>
            <a:ext cx="2160000" cy="9417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LLM Provider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396595" y="4008120"/>
            <a:ext cx="2159635" cy="9417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提示词管理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989300" y="4008120"/>
            <a:ext cx="2159635" cy="9417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统一</a:t>
            </a:r>
            <a:r>
              <a:rPr lang="zh-CN" altLang="en-US"/>
              <a:t>缓存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547495" y="5408295"/>
            <a:ext cx="8819515" cy="12630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b" anchorCtr="0"/>
          <a:p>
            <a:pPr algn="ctr"/>
            <a:r>
              <a:rPr lang="zh-CN" altLang="en-US" sz="2000">
                <a:solidFill>
                  <a:schemeClr val="accent1"/>
                </a:solidFill>
              </a:rPr>
              <a:t>接口</a:t>
            </a:r>
            <a:r>
              <a:rPr lang="zh-CN" altLang="en-US" sz="2000">
                <a:solidFill>
                  <a:schemeClr val="accent1"/>
                </a:solidFill>
              </a:rPr>
              <a:t>层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03525" y="5568950"/>
            <a:ext cx="2160000" cy="9417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LLM</a:t>
            </a:r>
            <a:r>
              <a:rPr lang="zh-CN" altLang="en-US"/>
              <a:t>基础服务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396230" y="5568950"/>
            <a:ext cx="2160000" cy="9417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DB</a:t>
            </a:r>
            <a:r>
              <a:rPr lang="zh-CN" altLang="en-US"/>
              <a:t>读写</a:t>
            </a:r>
            <a:r>
              <a:rPr lang="zh-CN" altLang="en-US"/>
              <a:t>服务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88935" y="5568950"/>
            <a:ext cx="2160000" cy="9417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逆地址编码</a:t>
            </a:r>
            <a:r>
              <a:rPr lang="zh-CN" altLang="en-US"/>
              <a:t>查询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37185" y="471170"/>
            <a:ext cx="795655" cy="546989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 sz="2800" b="1"/>
              <a:t>图像智能应用，分层技术</a:t>
            </a:r>
            <a:r>
              <a:rPr lang="zh-CN" altLang="en-US" sz="2800" b="1"/>
              <a:t>架构</a:t>
            </a:r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演示</Application>
  <PresentationFormat>宽屏</PresentationFormat>
  <Paragraphs>75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夏文勇</cp:lastModifiedBy>
  <cp:revision>159</cp:revision>
  <dcterms:created xsi:type="dcterms:W3CDTF">2019-06-19T02:08:00Z</dcterms:created>
  <dcterms:modified xsi:type="dcterms:W3CDTF">2026-01-11T08:16:10Z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BC7C94A43B0147F1BBF44141AA8D755A_11</vt:lpwstr>
  </property>
</Properties>
</file>